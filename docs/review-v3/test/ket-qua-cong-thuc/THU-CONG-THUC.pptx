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Thử công thức LaTeX — sáu ngữ cảnh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Thử công thức LaTeX — sáu ngữ cảnh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Tệp này là nguồn. Bốn tệp cạnh nó dựng từ chính nó bằng doc.render. Mở từng tệp ra, không chỗ nào được còn cú pháp TeX thô.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Công thức nguyên một đoạn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/>
            </a:pPr>
            <a:r>
              <a:t>f_VCO = f_in × PLLN/PLLM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Công thức GIỮA DÒNG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Tần số ra là f_out = f_VCO/PLLP với PLLP ∈ {2,4,6,8}, nên f_out ≤ 180 MHz. Sai lệch pha Δφ ≈ ± 2°.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Trong gạch đầu dòng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Chu kỳ SysTick: T = 1/1000 s</a:t>
            </a:r>
          </a:p>
          <a:p>
            <a:pPr>
              <a:defRPr sz="1800"/>
            </a:pPr>
            <a:r>
              <a:t>Ngưỡng dẫn: V_th ≈ 0.7 V</a:t>
            </a:r>
          </a:p>
          <a:p>
            <a:pPr>
              <a:defRPr sz="1800"/>
            </a:pPr>
            <a:r>
              <a:t>Sai số ± 2%, hằng số thời gian τ = R · C</a:t>
            </a:r>
          </a:p>
          <a:p>
            <a:pPr>
              <a:defRPr sz="1800"/>
            </a:pPr>
            <a:r>
              <a:t>Điều kiện ổn định: ω_c ≪ ω_s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Trong bảng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54864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Tham số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Công thức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Giá trị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Tần số VCO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f_in × N/M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360 MHz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Dòng tải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I = V/R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200 mA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Trở kháng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Z = √(R^2 + X^2)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50 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Trong trích dẫn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Điện áp rơi V_drop = I × R_DS(on) phải nhỏ hơn 100 mV, nếu không thì hiệu suất tụt dưới η = 0.9.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Khối math rào ba dấu backtick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/>
            </a:pPr>
            <a:r>
              <a:t>τ = R · C, f_c = 1/(2πτ)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Dấu đô-la là TIỀN — phải giữ nguyên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Ba mức chi phí: $82 triệu · $111 triệu · $142 triệu, tức khoảng $4,450 USD. Biến môi trường $HOME và $PATH cũng không được đụng tới.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